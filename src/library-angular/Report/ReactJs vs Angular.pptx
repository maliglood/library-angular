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3" r:id="rId6"/>
    <p:sldId id="264" r:id="rId7"/>
    <p:sldId id="260" r:id="rId8"/>
    <p:sldId id="261" r:id="rId9"/>
    <p:sldId id="265" r:id="rId10"/>
    <p:sldId id="262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51F4E-26CD-4123-A05B-467CBF7BFB69}" type="datetimeFigureOut">
              <a:rPr lang="ru-RU" smtClean="0"/>
              <a:t>10.11.2017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FBDF7-FD15-482B-B710-8BC375D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82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56DE-75FF-44FE-B76F-32C1A1F26E62}" type="datetime1">
              <a:rPr lang="ru-RU" smtClean="0"/>
              <a:t>10.11.2017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64B2D-670C-4420-94A5-BCFCBED82E49}" type="datetime1">
              <a:rPr lang="ru-RU" smtClean="0"/>
              <a:t>10.11.2017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33F7-F120-4889-89C6-B16B11A65735}" type="datetime1">
              <a:rPr lang="ru-RU" smtClean="0"/>
              <a:t>10.11.2017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47AD-F4E4-436C-8F52-C576A5522E92}" type="datetime1">
              <a:rPr lang="ru-RU" smtClean="0"/>
              <a:t>10.11.2017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C61C-FD8C-4AB6-8C9A-ADA18FA59639}" type="datetime1">
              <a:rPr lang="ru-RU" smtClean="0"/>
              <a:t>10.11.2017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3847-519F-444C-AB14-42BB63104A83}" type="datetime1">
              <a:rPr lang="ru-RU" smtClean="0"/>
              <a:t>10.11.2017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381F2-19F2-4863-ADB8-F4AE77A855FA}" type="datetime1">
              <a:rPr lang="ru-RU" smtClean="0"/>
              <a:t>10.11.2017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F277-2695-4F1F-8ADC-A8461783C653}" type="datetime1">
              <a:rPr lang="ru-RU" smtClean="0"/>
              <a:t>10.11.2017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FEAD-D986-4E26-AB08-690092DFFEA1}" type="datetime1">
              <a:rPr lang="ru-RU" smtClean="0"/>
              <a:t>10.11.2017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5C0-6B27-4236-9053-D8B6A2585300}" type="datetime1">
              <a:rPr lang="ru-RU" smtClean="0"/>
              <a:t>10.11.2017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BFCE-802F-48CA-8753-E225B8F8717C}" type="datetime1">
              <a:rPr lang="ru-RU" smtClean="0"/>
              <a:t>10.11.2017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E211B8A-E4D9-49A8-9C74-608AA38FC7F5}" type="datetime1">
              <a:rPr lang="ru-RU" smtClean="0"/>
              <a:t>10.11.2017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2096130-AFAA-4679-B8F2-BAA2E901E0F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22376" y="764704"/>
            <a:ext cx="7772400" cy="2808312"/>
          </a:xfrm>
        </p:spPr>
        <p:txBody>
          <a:bodyPr>
            <a:noAutofit/>
          </a:bodyPr>
          <a:lstStyle/>
          <a:p>
            <a:pPr algn="ctr"/>
            <a:r>
              <a:rPr lang="en-US" sz="6000" dirty="0" err="1" smtClean="0"/>
              <a:t>ReactJs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vs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Angular</a:t>
            </a:r>
            <a:endParaRPr lang="ru-RU" sz="6000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203848" y="4293096"/>
            <a:ext cx="5290928" cy="1760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Захаров Андрей</a:t>
            </a:r>
          </a:p>
          <a:p>
            <a:pPr algn="r"/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</a:rPr>
              <a:t>.NET full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</a:rPr>
              <a:t>stack 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разработчик</a:t>
            </a:r>
          </a:p>
          <a:p>
            <a:pPr algn="r"/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«</a:t>
            </a:r>
            <a:r>
              <a:rPr lang="ru-RU" sz="3000" dirty="0" err="1" smtClean="0">
                <a:solidFill>
                  <a:schemeClr val="tx2">
                    <a:lumMod val="75000"/>
                  </a:schemeClr>
                </a:solidFill>
              </a:rPr>
              <a:t>ТомскАСУпроект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»</a:t>
            </a:r>
            <a:endParaRPr lang="ru-RU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 descr="E:\Андрей\Работа\library-angular\src\library-angular\Report\imgonline-com-ua-Transparent-backgr-j1cV4lJQn1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33988"/>
            <a:ext cx="185737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2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Андрей\Работа\library-angular\src\library-angular\Report\scr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82296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:\Андрей\Работа\library-angular\src\library-angular\Report\imgonline-com-ua-Transparent-backgr-UxLO3Q3uwB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212976"/>
            <a:ext cx="6305869" cy="39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9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Андрей\Работа\library-angular\src\library-angular\Report\P-03-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305428" cy="434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Андрей\Работа\library-angular\src\library-angular\Report\P-03-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645024"/>
            <a:ext cx="3299171" cy="237326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43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r>
              <a:rPr lang="en-US" dirty="0" smtClean="0"/>
              <a:t> + Typescript</a:t>
            </a:r>
            <a:endParaRPr lang="ru-RU" dirty="0"/>
          </a:p>
        </p:txBody>
      </p:sp>
      <p:pic>
        <p:nvPicPr>
          <p:cNvPr id="4098" name="Picture 2" descr="E:\Андрей\Работа\library-angular\src\library-angular\Scrins\react-01-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72816"/>
            <a:ext cx="5904656" cy="388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3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r>
              <a:rPr lang="en-US" dirty="0" smtClean="0"/>
              <a:t> + Typescript</a:t>
            </a:r>
            <a:endParaRPr lang="ru-RU" dirty="0"/>
          </a:p>
        </p:txBody>
      </p:sp>
      <p:pic>
        <p:nvPicPr>
          <p:cNvPr id="5123" name="Picture 3" descr="E:\Андрей\Работа\library-angular\src\library-angular\Scrins\react-01-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784097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9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r>
              <a:rPr lang="en-US" dirty="0" smtClean="0"/>
              <a:t> + Typescript</a:t>
            </a:r>
            <a:endParaRPr lang="ru-RU" dirty="0"/>
          </a:p>
        </p:txBody>
      </p:sp>
      <p:pic>
        <p:nvPicPr>
          <p:cNvPr id="5122" name="Picture 2" descr="E:\Андрей\Работа\library-angular\src\library-angular\Scrins\react-01-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772816"/>
            <a:ext cx="2880320" cy="426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67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Webpack</a:t>
            </a:r>
            <a:endParaRPr lang="ru-RU" dirty="0"/>
          </a:p>
        </p:txBody>
      </p:sp>
      <p:pic>
        <p:nvPicPr>
          <p:cNvPr id="6146" name="Picture 2" descr="E:\Андрей\Работа\library-angular\src\library-angular\Report\P-0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912256" cy="410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65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600200"/>
          </a:xfrm>
        </p:spPr>
        <p:txBody>
          <a:bodyPr/>
          <a:lstStyle/>
          <a:p>
            <a:r>
              <a:rPr lang="ru-RU" dirty="0" smtClean="0"/>
              <a:t>Шаблоны</a:t>
            </a:r>
            <a:br>
              <a:rPr lang="ru-RU" dirty="0" smtClean="0"/>
            </a:br>
            <a:r>
              <a:rPr lang="en-US" dirty="0" smtClean="0"/>
              <a:t>Angular (HTML)</a:t>
            </a:r>
            <a:endParaRPr lang="ru-RU" dirty="0"/>
          </a:p>
        </p:txBody>
      </p:sp>
      <p:pic>
        <p:nvPicPr>
          <p:cNvPr id="7170" name="Picture 2" descr="E:\Андрей\Работа\library-angular\src\library-angular\Scrins\angular-03-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8244398" cy="399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65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600200"/>
          </a:xfrm>
        </p:spPr>
        <p:txBody>
          <a:bodyPr/>
          <a:lstStyle/>
          <a:p>
            <a:r>
              <a:rPr lang="ru-RU" dirty="0" smtClean="0"/>
              <a:t>Шаблоны</a:t>
            </a:r>
            <a:br>
              <a:rPr lang="ru-RU" dirty="0" smtClean="0"/>
            </a:br>
            <a:r>
              <a:rPr lang="en-US" dirty="0" err="1" smtClean="0"/>
              <a:t>ReactJs</a:t>
            </a:r>
            <a:r>
              <a:rPr lang="en-US" dirty="0" smtClean="0"/>
              <a:t> (JSX)</a:t>
            </a:r>
            <a:endParaRPr lang="ru-RU" dirty="0"/>
          </a:p>
        </p:txBody>
      </p:sp>
      <p:pic>
        <p:nvPicPr>
          <p:cNvPr id="8194" name="Picture 2" descr="E:\Андрей\Работа\library-angular\src\library-angular\Report\P-0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32856"/>
            <a:ext cx="56769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49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600200"/>
          </a:xfrm>
        </p:spPr>
        <p:txBody>
          <a:bodyPr/>
          <a:lstStyle/>
          <a:p>
            <a:pPr lvl="0"/>
            <a:r>
              <a:rPr lang="ru-RU" b="1" dirty="0">
                <a:effectLst/>
              </a:rPr>
              <a:t>Фреймворк против </a:t>
            </a:r>
            <a:r>
              <a:rPr lang="ru-RU" b="1" dirty="0" smtClean="0">
                <a:effectLst/>
              </a:rPr>
              <a:t>библиотеки</a:t>
            </a:r>
            <a:endParaRPr lang="ru-RU" dirty="0"/>
          </a:p>
        </p:txBody>
      </p:sp>
      <p:pic>
        <p:nvPicPr>
          <p:cNvPr id="9219" name="Picture 3" descr="E:\Андрей\Работа\library-angular\src\library-angular\Report\P-10-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933" y="3717032"/>
            <a:ext cx="41148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 descr="E:\Андрей\Работа\library-angular\src\library-angular\Report\P-10-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971675"/>
            <a:ext cx="4896543" cy="242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65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060848"/>
          </a:xfrm>
        </p:spPr>
        <p:txBody>
          <a:bodyPr/>
          <a:lstStyle/>
          <a:p>
            <a:r>
              <a:rPr lang="ru-RU" dirty="0" smtClean="0"/>
              <a:t>Связывание данных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Angular</a:t>
            </a:r>
            <a:endParaRPr lang="ru-RU" dirty="0"/>
          </a:p>
        </p:txBody>
      </p:sp>
      <p:pic>
        <p:nvPicPr>
          <p:cNvPr id="10242" name="Picture 2" descr="E:\Андрей\Работа\library-angular\src\library-angular\Report\P-11-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76872"/>
            <a:ext cx="5420320" cy="392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32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:\Андрей\Работа\library-angular\src\library-angular\Report\P-11-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36912"/>
            <a:ext cx="6812357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57200" y="0"/>
            <a:ext cx="8229600" cy="2060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Связывание данных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ReactJs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47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pic>
        <p:nvPicPr>
          <p:cNvPr id="11266" name="Picture 2" descr="E:\Андрей\Работа\library-angular\src\library-angular\Report\P-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7620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54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32856"/>
            <a:ext cx="8229600" cy="1656184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203848" y="4293096"/>
            <a:ext cx="5290928" cy="1760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Захаров Андрей</a:t>
            </a:r>
          </a:p>
          <a:p>
            <a:pPr algn="r"/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</a:rPr>
              <a:t>.NET full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US" sz="3000" dirty="0" smtClean="0">
                <a:solidFill>
                  <a:schemeClr val="tx2">
                    <a:lumMod val="75000"/>
                  </a:schemeClr>
                </a:solidFill>
              </a:rPr>
              <a:t>stack 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разработчик</a:t>
            </a:r>
          </a:p>
          <a:p>
            <a:pPr algn="r"/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«</a:t>
            </a:r>
            <a:r>
              <a:rPr lang="ru-RU" sz="3000" dirty="0" err="1" smtClean="0">
                <a:solidFill>
                  <a:schemeClr val="tx2">
                    <a:lumMod val="75000"/>
                  </a:schemeClr>
                </a:solidFill>
              </a:rPr>
              <a:t>ТомскАСУпроект</a:t>
            </a:r>
            <a:r>
              <a:rPr lang="ru-RU" sz="3000" dirty="0" smtClean="0">
                <a:solidFill>
                  <a:schemeClr val="tx2">
                    <a:lumMod val="75000"/>
                  </a:schemeClr>
                </a:solidFill>
              </a:rPr>
              <a:t>»</a:t>
            </a:r>
            <a:endParaRPr lang="ru-RU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2" descr="E:\Андрей\Работа\library-angular\src\library-angular\Report\imgonline-com-ua-Transparent-backgr-j1cV4lJQn1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33988"/>
            <a:ext cx="185737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96130-AFAA-4679-B8F2-BAA2E901E0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30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112</TotalTime>
  <Words>60</Words>
  <Application>Microsoft Office PowerPoint</Application>
  <PresentationFormat>Экран (4:3)</PresentationFormat>
  <Paragraphs>32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Исполнительная</vt:lpstr>
      <vt:lpstr>ReactJs vs Angular</vt:lpstr>
      <vt:lpstr>Презентация PowerPoint</vt:lpstr>
      <vt:lpstr>Презентация PowerPoint</vt:lpstr>
      <vt:lpstr>ReactJs + Typescript</vt:lpstr>
      <vt:lpstr>ReactJs + Typescript</vt:lpstr>
      <vt:lpstr>ReactJs + Typescript</vt:lpstr>
      <vt:lpstr>Webpack</vt:lpstr>
      <vt:lpstr>Шаблоны Angular (HTML)</vt:lpstr>
      <vt:lpstr>Шаблоны ReactJs (JSX)</vt:lpstr>
      <vt:lpstr>Фреймворк против библиотеки</vt:lpstr>
      <vt:lpstr>Связывание данных Angular</vt:lpstr>
      <vt:lpstr>Презентация PowerPoint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ReactJs vs Angular</dc:title>
  <dc:creator>ANDREW</dc:creator>
  <cp:lastModifiedBy>ANDREW</cp:lastModifiedBy>
  <cp:revision>18</cp:revision>
  <dcterms:created xsi:type="dcterms:W3CDTF">2017-11-09T15:21:27Z</dcterms:created>
  <dcterms:modified xsi:type="dcterms:W3CDTF">2017-11-09T17:14:21Z</dcterms:modified>
</cp:coreProperties>
</file>